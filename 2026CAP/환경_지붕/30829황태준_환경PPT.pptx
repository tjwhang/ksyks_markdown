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2" r:id="rId6"/>
    <p:sldId id="260" r:id="rId7"/>
    <p:sldId id="261" r:id="rId8"/>
    <p:sldId id="263" r:id="rId9"/>
    <p:sldId id="265" r:id="rId10"/>
    <p:sldId id="266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4" r:id="rId22"/>
    <p:sldId id="277" r:id="rId23"/>
  </p:sldIdLst>
  <p:sldSz cx="12192000" cy="6858000"/>
  <p:notesSz cx="6858000" cy="9144000"/>
  <p:embeddedFontLst>
    <p:embeddedFont>
      <p:font typeface="Pretendard" panose="02000503000000020004" pitchFamily="50" charset="-127"/>
      <p:regular r:id="rId24"/>
      <p:bold r:id="rId25"/>
    </p:embeddedFont>
    <p:embeddedFont>
      <p:font typeface="Pretendard ExtraBold" panose="02000903000000020004" pitchFamily="50" charset="-127"/>
      <p:bold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447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9T16:02:10.6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24575,'60'5'0,"374"45"-338,-372-42 130,450 62-2522,131 22-547,2380 391-6215,-2616-410 9239,947 135 678,177-55-161,-3-24-292,-663-58-375,-466-37 354,-52-4 216,-48-4 53,-159-14 290,1000 75 3806,-1135-86-4292,317 13 1827,-106-16 5591,-198 6-5974,6 1-1288,-24-5-217,1 0 0,-1 0 0,0 0-1,1 0 1,-1 0 0,1 0-1,-1 0 1,1 0 0,-1 0-1,1 0 1,-1 0 0,0 0 0,1-1-1,-1 1 1,1 0 0,-1 0-1,0 0 1,1-1 0,-1 1 0,0 0-1,1 0 1,-1-1 0,0 1-1,1 0 1,-1-1 0,0 1 0,0 0-1,1-1 1,-1 1 0,0-1-1,0 1 1,0 0 0,1-1-1,-1 1 1,0-1 0,0 1 0,0-1-1,0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9T16:02:11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14702 0 24575,'-102'0'0,"-167"0"0,-209 0-546,-174 0-2184,-114 1-547,-489 11-1602,-12 36 2165,-798 154 1439,23 100 313,1360-193 962,92-17 0,99-21 0,99-23 123,85-19 369,65-14-99,86-10 58,0-7-1,-161-23 1,26-18 568,-115-15 665,-122 20 2915,-3 33 512,220 4-3437,4-22-1738,304 23 31,-92-10-1299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9T16:02:12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1563 914 24575,'119'-6'0,"200"-14"0,238-12-546,187-2-2184,112 9-547,30 11 0,-62 12 339,-118 12 1560,-146 7 873,-150 1-683,-133-3 1162,-276-14 35,257 24 1829,-222-17 133,-34-5-1472,-8-1 41,-12 0 588,0 0 0,-26-2 1,9 0-830,-441-1 1164,-109 1-1755,-260-1-2021,-174 1 705,-63-1-757,36 0 1214,128-6-499,173-8 1127,191-5 27,183 0 575,152 0 733,112 3-170,85 9 256,22 8-861,-1 0 0,1 0 0,-1-1 0,1 1 0,-1 0 0,1 0 0,0-1 0,-1 1 1,1 0-1,-1-1 0,1 1 0,0 0 0,-1-1 0,1 1 0,0-1 0,0 1 0,-1 0 0,1-1 0,0 0 0,0 1-12,0-1 1,0 1-1,0 0 0,0-1 1,0 1-1,0 0 0,0-1 0,1 1 1,-1 0-1,0-1 0,0 1 0,0 0 1,1 0-1,-1-1 0,0 1 0,0 0 1,1 0-1,-1-1 0,0 1 0,0 0 1,1 0-1,-1 0 0,1-1 1,14-6 467,20-2 1196,1 0-1,47-4 0,-45 7-197,329-31 767,-336 34-2342,531-34-2233,310-11 694,227-5-904,2221-68-2472,-2189 83 3677,-356 10 984,-176 1 338,-162-1 0,-137-2 232,-107 2 696,-164 23-799,-12 3 210,0-1-1,0-1 0,0 0 1,-1-1-1,0-1 0,18-9 1,-32 15-271,-1-1 0,1 0 0,-1 0 0,0 0 0,1 0 0,-1 0 0,0-1 0,0 1 0,1 0 0,0-2 0,-2 2 19,1 0-1,-1 1 1,0-1-1,0 0 1,0 1-1,1-1 1,-1 0-1,0 1 1,0-1-1,0 0 1,0 1-1,0-1 1,0 0-1,0 1 1,0-1-1,0 0 1,0 1-1,-1-2 1,0 0 108,0 0 1,-1 0-1,1 0 1,-1 0-1,1 0 1,-1 1-1,0-1 1,0 0-1,1 1 0,-1-1 1,0 1-1,-4-2 1,-5-3 683,0 0-1,0 1 1,-18-5 0,-48-9 792,76 18-1660,-189-29-63,-190-2-2026,-239 8 1012,-203 16-1414,-2194 47-4092,2626-32 5868,-112 2 355,175-5 455,149-3 310,125-3 519,42-1-344,20 1 376,146-9 1944,-13 8-2370,102 12 1479,226 29-1812,291 41-1398,262 36 346,167 25-1445,58 8 888,-56-10-445,-151-22 1215,-203-27-154,-222-27 614,-205-24 273,-166-19 241,-122-13 926,-118-5-1139,0-1-1,-1 0 0,1-1 1,0 1-1,8-3 0,-13 3-113,0 0-1,0 0 1,0 0-1,0 0 1,0 0-1,0 0 1,0 0-1,0 0 1,0-1-1,0 1 1,0 0 0,0 0-1,0 0 1,0 0-1,0 0 1,0 0-1,0 0 1,0-1-1,0 1 1,0 0-1,0 0 1,0 0-1,0 0 1,0 0-1,0 0 1,0 0 0,0 0-1,0-1 1,0 1-1,0 0 1,0 0-1,-1 0 1,1 0-1,0 0 1,0 0-1,0 0 1,0 0-1,0 0 1,0 0-1,0 0 1,0 0-1,-1 0 1,1 0 0,0 0-1,0 0 1,0 0-1,0 0 1,0 0-1,0 0 1,0 0-1,-1 0 1,1 0-1,0 0 1,0 0-1,-18-5 1213,-160-17-720,-45 14-477,-224 20 96,-287 34-151,-239 35-202,-1021 114-1603,150-14-925,1328-135 2716,201-19 1269,160-15-923,113-9 563,74-5 746,110-9-1084,80-4-215,54 6 1097,195 6-1061,200 6-354,771 25-2478,13 15-676,-1428-42 3129,409 12-393,-144-4 509,-30-1 824,-233-8 1663,-33 0-1378,-35-2 1887,-57 1 3687,33 0-7365,24 1-6235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9T16:02:06.0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24575,'49'36'0,"365"274"-546,47 47-2184,167 128-547,99 82 0,1345 1083-819,-42 40 1639,-1611-1327 2457,-94-76 0,-85-69 195,-73-65 587,-166-151-778,161 151 2362,-147-139-1975,-12-11 89,0-1 0,0 1 0,-1 0-1,1 0 1,2 4 0,-11-16 1305,-1 0 1,-1 1-1,-13-13 0,-5-5 363,-229-276-1712,218 257-395,-31-42-1406,44 52-5461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9T16:02:07.3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6962 1 24575,'-78'52'0,"-179"126"0,-253 175-546,-200 143-2184,-76 68-547,26-6 0,80-47 339,115-75 1560,132-95 881,127-95-657,111-87 1180,31-24 2064,149-122-54,23-18 399,12-6 655,-8 13 1496,-12-1-4460,-1 1 0,1-1-1,-1 1 1,0-1 0,1 1 0,-1-1-1,0 0 1,0 1 0,0-1 0,-1 2-1,-22 24-70,-2 0 0,-40 32-1,-65 42-67,68-55 13,-3-3 0,-94 47 0,154-87 0,0 0 0,-1-1 0,1 0 0,-1 0 0,0 0 0,1-1 0,-1 0 0,0 0 0,0-1 0,-13 0 0,14-1 0,1 1 0,-1 1 0,1-1 0,0 1 0,-1 0 0,1 0 0,0 0 0,0 1 0,-1 0 0,1 0 0,0 0 0,-9 6 0,-1 3 0,0 0 0,-20 20 0,6-5 0,-277 220 0,134-109 0,70-60 0,80-62 0,-1-1 0,-43 20 0,51-28-49,9-3-280,0-1 0,0 1 0,-10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9T16:02:15.3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24575,'105'74'0,"155"113"0,181 132-546,1604 1135-11584,-1746-1242 11119,-103-73 841,-129-91 56,35 24 483,-89-65 1013,-13-7-1368,0 0-1,0 0 0,0 0 1,0 0-1,0 0 0,0 0 1,0 0-1,0 0 1,0 0-1,0 0 0,0 0 1,0 0-1,0 0 1,0 0-1,0-1 0,0 1 1,0 0-1,0 0 1,0 0-1,0 0 0,0 0 1,0 0-1,0 0 0,0 0 1,0 0-1,1 0 1,-1 0-1,0 0 0,0 0 1,0 0-1,0 0 1,0 0-1,0 0 0,0 0 1,0 0-1,0 0 1,0 0-1,0 0 0,0 0 1,0 0-1,0 0 0,0 0 1,0 0-1,0 0 1,1 0-1,-1 0 0,0 0 1,0 0-1,0 0 1,0 0-1,0 0 0,0 0 1,0 0-1,0 0 0,0 0 1,0 0-1,0 0 1,0 0-1,0 0 0,0 0 1,0 0-1,0 0 1,-15-17 929,-101-87 2744,85 76-3453,-124-106 197,-75-62 342,-64-50-1126,266 222 105,-671-567-3474,22-23 508,507 446 2428,43 37 821,-21-40 1664,144 167-1544,-3-4 346,1 0 0,0-1 0,0 0-1,0-1 1,1 1 0,-4-11 0,9 19-344,0 0 1,-1 0-1,1 0 0,0 0 0,0 0 0,-1 0 0,1 0 0,0 0 0,0 0 0,0 0 0,1 0 0,-1 0 0,0 0 0,0-1 1,1 2-74,-1-1 0,0 1 1,0-1-1,1 1 1,-1 0-1,0-1 1,1 1-1,-1 0 1,0 0-1,1-1 1,-1 1-1,0 0 1,1 0-1,-1-1 1,1 1-1,-1 0 0,1 0 1,-1 0-1,0 0 1,1 0-1,-1 0 1,1 0-1,0 0 1,3 0 214,-1 0 0,1 1 0,0 0-1,0 0 1,0 0 0,-1 0 0,5 2 0,79 38 190,127 70-489,207 99-546,181 89-2061,76 36-175,-26-14-35,-87-45 925,-116-60-341,-118-59 1564,-104-54 16,-196-89 572,158 63 2123,-182-75-1799,-1 0 0,1 0-1,9 1 1,-8-5 1566,-9-3-923,-10-7 141,-2 2 109,-1 1 0,0 0 0,-24-10-1,22 11-839,-89-43 107,-43-20-274,-309-151 559,8-15-823,278 131-318,164 102 453,0 0 0,1-1 0,0 0 0,0-1 0,0 1 0,1-1 0,0 0 0,-6-10 0,10 16 9,1-1-1,-1 0 0,1 0 1,-1 0-1,1 1 1,0-1-1,-1 0 0,1 0 1,0 0-1,0 0 0,0 0 1,0 0-1,-1 1 0,1-1 1,0 0-1,1 0 1,-1 0-1,0 0 0,0 0 1,0 0-1,0 0 0,1 1 1,-1-1-1,0 0 0,1 0 1,-1 0-1,1 0 1,0-1-1,1 1 119,-1 0 0,1 0 0,0 0 0,-1 0 0,1 0 1,0 0-1,0 1 0,0-1 0,0 0 0,0 1 0,0-1 0,0 1 0,2 0 0,12-1-74,-1 1 0,0 0 0,1 1 0,-1 1 0,0 1 0,27 7 0,-18-4-19,166 47-580,92 44-1738,749 313-3193,-646-251 4500,-385-159 974,208 80-193,-197-76 206,-4-2 336,0 1 0,0-1 0,0 0 0,0-1-1,0 0 1,9 1 0,-15-2-276,-1 0 0,1 0 0,0 0-1,-1 0 1,1 0 0,-1-1 0,1 1 0,-1 0-1,1 0 1,-1 0 0,1 0 0,0-1 0,-1 1-1,1 0 1,-1 0 0,1-1 0,0 0 9,-1 1 1,0 0-1,0 0 1,0-1-1,0 1 0,0 0 1,0 0-1,0-1 1,0 1-1,0 0 1,0 0-1,0-1 1,0 1-1,0 0 0,0-1 1,0 1-1,0 0 1,0 0-1,0-1 1,0 1-1,0 0 0,0 0 1,0-1-1,-1 1 1,0-3 327,-1 1 0,0 0 0,0-1 0,0 1 0,-4-4 0,-79-59 1461,43 33-1680,-93-70-659,-599-502-1886,602 486 2241,85 74-174,-61-73 0,100 107 251,1-1 0,-1 1 0,2-1 0,-1-1 0,-6-17 0,12 26 75,0 0 1,0 0 0,0-1-1,1 1 1,-1 0-1,1 0 1,0 0-1,0-1 1,0 1-1,1 0 1,0-5-1,0 6 112,0 0-1,-1-1 0,2 1 0,-1 0 0,0 0 0,0 0 0,1 0 0,-1 1 0,1-1 0,-1 0 0,1 0 0,0 1 0,0-1 0,-1 1 1,1 0-1,0-1 0,4 0 0,-2 0-80,1 0 0,0 0 0,0 0 1,-1 1-1,1 0 0,0 0 0,0 0 1,1 1-1,8 0 0,6 1-67,36 6 0,120 31 0,165 60-546,154 65-2184,57 32-547,-32-8 298,-93-33 1439,-109-40 1072,-105-38-410,-152-53 645,71 21 246,-130-43 103,1 0 1,-1-1-1,0 1 0,1-1 1,-1 0-1,0 1 0,4-1 1,-6 0-97,0 0 0,0 0 0,1 0 1,-1 0-1,0-1 0,0 1 1,0 0-1,0 0 0,0 0 0,0 0 1,0 0-1,0 0 0,0 0 1,0 0-1,0 0 0,0 0 0,0-1 1,0 1-1,0 0 0,1 0 1,-1 0-1,0 0 0,0 0 0,0 0 1,0 0-1,0 0 0,0-1 0,0 1 1,0 0-1,0 0 0,0 0 1,-1 0-1,1 0 0,0 0 0,0 0 1,0 0-1,0-1 0,0 1 1,0 0-1,0 0 0,0 0 0,0 0 1,0 0-1,0 0 0,-8-10 969,-14-9 781,-43-29 1,47 35-1107,-92-63 1570,-200-133-1528,-536-382-670,809 564-143,-12-9-7,-78-74 0,122 105 89,0-1 0,0 1-1,0-1 1,1 0-1,-1-1 1,-4-11-1,7 14 200,1 0 0,0 0 0,0 0 0,0 0 0,0 0 0,1 0 0,0-1 0,-1 1 0,2 0 0,-1 0 0,0-1 0,3-6 0,-1 2 114,-2 5-216,1 0 0,0 0-1,0 0 1,0 0 0,1 1 0,1-5 0,-2 7-68,0 0 0,0-1 1,0 1-1,0 0 0,1 0 0,-1-1 1,0 1-1,1 0 0,-1 0 0,0 1 1,1-1-1,-1 0 0,1 0 1,-1 1-1,1-1 0,0 1 0,-1-1 1,1 1-1,2-1 0,5 1-4,1-1 0,-1 1 0,1 1 0,11 1 0,20 5 0,52 16 0,159 60-546,104 58-2184,1240 607-6156,-1567-733 8901,-18-9 118,-1 0-1,1-1 1,12 4 0,-17-9 1948,-7-4-1217,-8-8 170,-67-64 4240,-7 2-4793,-48-38-705,-54-43-670,-47-44 124,-801-759-3880,942 867 4879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0A042-79D4-2D82-FC2D-7F0317C95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5A605D-1EBE-511D-369B-2F09FF2B2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E4F8D0-9D88-9FCA-912F-8B082E4CF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1AFC-FD7E-4999-BAA5-F23C442971C4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641414-7C66-257B-39F3-195D9C1A4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12D853-5977-11F5-756F-91FCC00CB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15FA-5D8E-4EF0-A6BA-1F686DEAD2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850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C1D42-0C38-7AE5-78FB-8DBDA498C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F2311F-3CA1-849E-58ED-2BF1D2DA8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4CCA85-0A68-3B8E-0572-C2489469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1AFC-FD7E-4999-BAA5-F23C442971C4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A1EB1D-BCC9-FC63-8991-126D2DEC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0AE24-A5D9-7582-261B-233856CA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15FA-5D8E-4EF0-A6BA-1F686DEAD2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99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EFFA2-2502-C272-4C6E-3C6F65A0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266556-8169-2F32-B737-9DF8645EC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933BE5-58DC-C756-4897-D77B3945A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1AFC-FD7E-4999-BAA5-F23C442971C4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8AEC96-50B2-2AA8-875A-A172A273A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0229D3-AE52-DCA2-6406-B8A925CA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15FA-5D8E-4EF0-A6BA-1F686DEAD2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266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0C742-F35A-F6B8-0C93-52BCCA79B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C3B0CA-B897-C1CB-442E-F08EF91FF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25381A-0DA0-BAA4-43D6-F489A80F0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E26BB8-A651-FC10-2530-F0FAD0C5D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1AFC-FD7E-4999-BAA5-F23C442971C4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598973-A3FC-BD41-7A7B-9E46AD6A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FC36ED-D395-E2B9-ECFB-2C2AFE54E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15FA-5D8E-4EF0-A6BA-1F686DEAD2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197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1E600-DEA1-D185-4B0C-B0564FBD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DE061-77E7-D887-A5B4-92917A0A7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BFFB77-24D1-D664-E8E5-561E95EB1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699B46-A9A1-D966-81E0-D4AAC2226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57B8B6-3DDC-9314-ED5F-EE3F27233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B9CDE2-E8A4-30A6-3712-43FF19E2A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1AFC-FD7E-4999-BAA5-F23C442971C4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46BD59-F164-AA78-0C06-61469E053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2D5A004-1EA3-D472-B332-4DAA9A567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15FA-5D8E-4EF0-A6BA-1F686DEAD2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64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51C46-2275-FB28-3866-1F307A888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F10B49-00C4-DBD9-7BD7-B210E709C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1AFC-FD7E-4999-BAA5-F23C442971C4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C5BB25-B8F8-6120-B76B-40583A9A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D71D59-4EB4-4627-C94D-612DBADF1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15FA-5D8E-4EF0-A6BA-1F686DEAD2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10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28C949-C403-1BA0-3FB9-9FDFB4E8D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1AFC-FD7E-4999-BAA5-F23C442971C4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5B1900-E664-8282-59AC-A79F70A3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A335C4-2EFB-23D8-C46A-99701D56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15FA-5D8E-4EF0-A6BA-1F686DEAD2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31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B5028-9412-97E7-4B96-9906919DC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275243-1CCF-2606-D9C2-879CCEE0D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889D94-CC58-9428-5BC8-E1C27152C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22B269-28A3-D030-B11C-531E317AF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1AFC-FD7E-4999-BAA5-F23C442971C4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07F321-365E-CCF6-B7D5-58933C8B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51D855-34B0-4B36-7988-2CC3B5CB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15FA-5D8E-4EF0-A6BA-1F686DEAD2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401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7F3414-FFD1-9850-C5C3-72D2A902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188B94-1E52-8022-93B2-121DFE5DF8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2C2C3F-664B-6D99-6BA4-E3653D79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A18022-9EA4-0508-7B93-091610B0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1AFC-FD7E-4999-BAA5-F23C442971C4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E838A-19B9-85BD-4DAC-6DE6096EF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45E0E1-A1AC-4403-7CEB-EA6BB74CA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15FA-5D8E-4EF0-A6BA-1F686DEAD2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003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9A9A09-9118-D0CC-4745-1D606B1E3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CCA15A-50D7-E90E-998B-86CF56974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CE518B-B346-D653-BB5A-C4A9EA548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1AFC-FD7E-4999-BAA5-F23C442971C4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0A54DB-F467-C6D6-3985-F01EA7B39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202C49-CAC3-3769-4BCD-71F4A9C0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15FA-5D8E-4EF0-A6BA-1F686DEAD2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904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332FD8-4AA3-0E7D-3F28-7AF52FA37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4334FE-1F1F-2E53-DA10-691743D69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D1D3C9-4DF0-7676-449C-277800AD2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1AFC-FD7E-4999-BAA5-F23C442971C4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2F493C-0ABF-2039-4EE6-24CCBC7D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91CC6-B342-4B83-C841-3E9AA4CF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15FA-5D8E-4EF0-A6BA-1F686DEAD2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334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FB404C9-C04B-79EC-9C05-0BC1DCF24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EBBB49-4B71-9EE3-A9B4-A45AC299E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4FBAB8-906F-949B-D14B-2FEB5C8F1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D81AFC-FD7E-4999-BAA5-F23C442971C4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11A6B1-8EA1-3BB3-163C-4519A7BE7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8A4F77-FDBC-0DB4-E6AD-257C5D995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D15FA-5D8E-4EF0-A6BA-1F686DEAD2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352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customXml" Target="../ink/ink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9620CD-5AF4-F3BE-5268-AE8F5C4DDE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동아시아 삼국</a:t>
            </a:r>
            <a:br>
              <a:rPr lang="en-US" altLang="ko-KR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en-US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전통가옥 지붕 곡선 비교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F58C3E-0ECA-1079-4C66-626C2E307D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30829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황태준</a:t>
            </a:r>
          </a:p>
        </p:txBody>
      </p:sp>
    </p:spTree>
    <p:extLst>
      <p:ext uri="{BB962C8B-B14F-4D97-AF65-F5344CB8AC3E}">
        <p14:creationId xmlns:p14="http://schemas.microsoft.com/office/powerpoint/2010/main" val="4037935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계절에 따른 태양고도와 태양각 : 네이버 블로그">
            <a:extLst>
              <a:ext uri="{FF2B5EF4-FFF2-40B4-BE49-F238E27FC236}">
                <a16:creationId xmlns:a16="http://schemas.microsoft.com/office/drawing/2014/main" id="{8111022F-8B99-B798-34AC-F4B1C4C27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636" y="1211969"/>
            <a:ext cx="5988797" cy="40124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509FAC-D556-942E-7C39-7AD5A5D61B5F}"/>
              </a:ext>
            </a:extLst>
          </p:cNvPr>
          <p:cNvSpPr txBox="1"/>
          <p:nvPr/>
        </p:nvSpPr>
        <p:spPr>
          <a:xfrm>
            <a:off x="2235201" y="187063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/>
              <a:t>적경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19399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에어컨 없이도 괜찮아! 한옥의 슬기로운 여름나기 : 네이버 블로그">
            <a:extLst>
              <a:ext uri="{FF2B5EF4-FFF2-40B4-BE49-F238E27FC236}">
                <a16:creationId xmlns:a16="http://schemas.microsoft.com/office/drawing/2014/main" id="{78C292C7-BE9E-FC70-0BA9-2B2B17B6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825" y="228219"/>
            <a:ext cx="9608349" cy="640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32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5ABC0FB-1CE9-798B-14F4-26E25FD77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A6A6C7A-AA34-A918-7725-925837F6F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99" y="959597"/>
            <a:ext cx="5793536" cy="4364839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ED54DC05-DE03-6EE5-62EF-AB086DE16A6B}"/>
              </a:ext>
            </a:extLst>
          </p:cNvPr>
          <p:cNvGrpSpPr/>
          <p:nvPr/>
        </p:nvGrpSpPr>
        <p:grpSpPr>
          <a:xfrm>
            <a:off x="462386" y="4105504"/>
            <a:ext cx="5292720" cy="766440"/>
            <a:chOff x="462386" y="4105504"/>
            <a:chExt cx="5292720" cy="76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F295CE61-A4CC-EDC6-4ECB-B4C2588144CE}"/>
                    </a:ext>
                  </a:extLst>
                </p14:cNvPr>
                <p14:cNvContentPartPr/>
                <p14:nvPr/>
              </p14:nvContentPartPr>
              <p14:xfrm>
                <a:off x="609266" y="4105504"/>
                <a:ext cx="4803120" cy="5594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F295CE61-A4CC-EDC6-4ECB-B4C2588144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1626" y="4087864"/>
                  <a:ext cx="483876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F6EDADEF-927D-14C7-F980-4927C91A19F5}"/>
                    </a:ext>
                  </a:extLst>
                </p14:cNvPr>
                <p14:cNvContentPartPr/>
                <p14:nvPr/>
              </p14:nvContentPartPr>
              <p14:xfrm>
                <a:off x="462386" y="4368664"/>
                <a:ext cx="5292720" cy="33660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F6EDADEF-927D-14C7-F980-4927C91A19F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4746" y="4350664"/>
                  <a:ext cx="53283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D6A0681E-1542-4773-0227-42DAE3791338}"/>
                    </a:ext>
                  </a:extLst>
                </p14:cNvPr>
                <p14:cNvContentPartPr/>
                <p14:nvPr/>
              </p14:nvContentPartPr>
              <p14:xfrm>
                <a:off x="937226" y="4272904"/>
                <a:ext cx="4741920" cy="5990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D6A0681E-1542-4773-0227-42DAE379133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9586" y="4255264"/>
                  <a:ext cx="4777560" cy="63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6E3715D-E51E-0A92-98C1-656B8F4E1BC7}"/>
              </a:ext>
            </a:extLst>
          </p:cNvPr>
          <p:cNvGrpSpPr/>
          <p:nvPr/>
        </p:nvGrpSpPr>
        <p:grpSpPr>
          <a:xfrm>
            <a:off x="3173186" y="579664"/>
            <a:ext cx="3535920" cy="2270520"/>
            <a:chOff x="3173186" y="579664"/>
            <a:chExt cx="3535920" cy="227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4D1D5428-A32E-FDC7-BB23-DE912EC2BA58}"/>
                    </a:ext>
                  </a:extLst>
                </p14:cNvPr>
                <p14:cNvContentPartPr/>
                <p14:nvPr/>
              </p14:nvContentPartPr>
              <p14:xfrm>
                <a:off x="3926306" y="579664"/>
                <a:ext cx="2782800" cy="22705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4D1D5428-A32E-FDC7-BB23-DE912EC2BA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08306" y="561664"/>
                  <a:ext cx="2818440" cy="23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DF24927-02DD-0063-6CF4-2067702514D8}"/>
                    </a:ext>
                  </a:extLst>
                </p14:cNvPr>
                <p14:cNvContentPartPr/>
                <p14:nvPr/>
              </p14:nvContentPartPr>
              <p14:xfrm>
                <a:off x="3410426" y="609184"/>
                <a:ext cx="2506680" cy="18349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DF24927-02DD-0063-6CF4-2067702514D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92426" y="591544"/>
                  <a:ext cx="2542320" cy="18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1F5DCE81-2A17-96C6-5C2B-0720070F1A36}"/>
                    </a:ext>
                  </a:extLst>
                </p14:cNvPr>
                <p14:cNvContentPartPr/>
                <p14:nvPr/>
              </p14:nvContentPartPr>
              <p14:xfrm>
                <a:off x="3173186" y="1143064"/>
                <a:ext cx="3295800" cy="9090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1F5DCE81-2A17-96C6-5C2B-0720070F1A3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55186" y="1125424"/>
                  <a:ext cx="3331440" cy="94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62133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F4C3577-510E-7409-C8EF-B15B91388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830" y="262124"/>
            <a:ext cx="8862733" cy="591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16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5A03593-9A98-1FA8-7C93-2AD63B310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55" y="258943"/>
            <a:ext cx="11207151" cy="625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555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zoom1_2L.jpg">
            <a:extLst>
              <a:ext uri="{FF2B5EF4-FFF2-40B4-BE49-F238E27FC236}">
                <a16:creationId xmlns:a16="http://schemas.microsoft.com/office/drawing/2014/main" id="{00B82CEE-63A5-C0A2-7996-4DC092B44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02" y="211603"/>
            <a:ext cx="9549280" cy="613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655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81DCC04-1803-432E-12B1-A843CBAEE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632" y="326588"/>
            <a:ext cx="9298735" cy="620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469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7D26F-5259-0F4E-405A-89EF77402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너무나도 다양한 중국의 주거문화를 알아보자!🏡 : 네이버 블로그">
            <a:extLst>
              <a:ext uri="{FF2B5EF4-FFF2-40B4-BE49-F238E27FC236}">
                <a16:creationId xmlns:a16="http://schemas.microsoft.com/office/drawing/2014/main" id="{BD45148E-8224-A8F9-7F1C-121A322EC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64" y="654350"/>
            <a:ext cx="8366966" cy="554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55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일본의 아름다운 건축물 오사카 성 로열티 무료 사진, 그림, 이미지 그리고 스톡포토그래피. Image 48689808">
            <a:extLst>
              <a:ext uri="{FF2B5EF4-FFF2-40B4-BE49-F238E27FC236}">
                <a16:creationId xmlns:a16="http://schemas.microsoft.com/office/drawing/2014/main" id="{FA35A4F6-FF8A-0ADE-30C9-0E295660A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916" y="385482"/>
            <a:ext cx="8777989" cy="586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64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일본 전통가옥 畳 (たたみ,다다미)의 특징 : 네이버 블로그">
            <a:extLst>
              <a:ext uri="{FF2B5EF4-FFF2-40B4-BE49-F238E27FC236}">
                <a16:creationId xmlns:a16="http://schemas.microsoft.com/office/drawing/2014/main" id="{0410D05F-26C9-874D-A582-F09DF9606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453" y="771245"/>
            <a:ext cx="7965983" cy="531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30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사이클로이드 곡선 : 네이버 블로그">
            <a:extLst>
              <a:ext uri="{FF2B5EF4-FFF2-40B4-BE49-F238E27FC236}">
                <a16:creationId xmlns:a16="http://schemas.microsoft.com/office/drawing/2014/main" id="{8E908CB6-DD5C-B1B6-9062-B703D466A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089" y="1696476"/>
            <a:ext cx="7585822" cy="291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33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918FD-F693-2295-51C2-F5642C5D2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619783-567D-0113-32E6-496809AB7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270" y="714655"/>
            <a:ext cx="5583612" cy="506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845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6522B97-63CD-537C-0C33-3B8922907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36" y="2191210"/>
            <a:ext cx="4886361" cy="21050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B0CE946-DC91-7B89-4690-E99BE70E2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24" y="1752927"/>
            <a:ext cx="4604506" cy="298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28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25AA2-40C4-EC09-15BD-001FEA369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21F8D87-33DA-9A62-7235-D8B340C43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099" y="2302089"/>
            <a:ext cx="4687149" cy="225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55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02770-7D68-CD63-260A-837C31993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현수선 catenary, 縣量線과 건축 : 네이버 블로그">
            <a:extLst>
              <a:ext uri="{FF2B5EF4-FFF2-40B4-BE49-F238E27FC236}">
                <a16:creationId xmlns:a16="http://schemas.microsoft.com/office/drawing/2014/main" id="{0778944D-DC84-D9B3-0DE0-A6104B07B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403" y="294435"/>
            <a:ext cx="4296055" cy="6106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31525D-6966-DE41-1C7E-4B4CEFA71AEE}"/>
              </a:ext>
            </a:extLst>
          </p:cNvPr>
          <p:cNvSpPr txBox="1"/>
          <p:nvPr/>
        </p:nvSpPr>
        <p:spPr>
          <a:xfrm>
            <a:off x="1679389" y="294435"/>
            <a:ext cx="3339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r>
              <a:rPr lang="ko-KR" altLang="en-US" dirty="0"/>
              <a:t>무위키를 캡처한 사진을 캡처</a:t>
            </a:r>
          </a:p>
        </p:txBody>
      </p:sp>
      <p:pic>
        <p:nvPicPr>
          <p:cNvPr id="5" name="그림 4" descr="1750305369f095d79149e123c0577e53b6c028a978_thumbnail_750x999.jpg">
            <a:extLst>
              <a:ext uri="{FF2B5EF4-FFF2-40B4-BE49-F238E27FC236}">
                <a16:creationId xmlns:a16="http://schemas.microsoft.com/office/drawing/2014/main" id="{75074757-377C-934F-51D0-D7A7851BDA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552"/>
          <a:stretch>
            <a:fillRect/>
          </a:stretch>
        </p:blipFill>
        <p:spPr>
          <a:xfrm>
            <a:off x="7203119" y="3910017"/>
            <a:ext cx="3077162" cy="2729803"/>
          </a:xfrm>
          <a:prstGeom prst="rect">
            <a:avLst/>
          </a:prstGeom>
        </p:spPr>
      </p:pic>
      <p:pic>
        <p:nvPicPr>
          <p:cNvPr id="6" name="그림 5" descr="namu 이차함수 현수선 비교">
            <a:extLst>
              <a:ext uri="{FF2B5EF4-FFF2-40B4-BE49-F238E27FC236}">
                <a16:creationId xmlns:a16="http://schemas.microsoft.com/office/drawing/2014/main" id="{B22C9098-0D53-D5FC-D0AA-02A054A0B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653" y="391497"/>
            <a:ext cx="6351447" cy="367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68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9E90A78-E62B-B7D7-BAB0-C8B5BA9BC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028" y="1141505"/>
            <a:ext cx="7464484" cy="206225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D81B301-9EAB-C5A2-7E00-FC725CE16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993" y="3582880"/>
            <a:ext cx="10762914" cy="164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59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3DB0B40-A4E1-8484-AA64-E7876B84A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12" y="39289"/>
            <a:ext cx="10709835" cy="667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10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69A89-CE84-742F-B8EC-A0A63642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B634377-B9F7-8169-0CF6-6E9D285EB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87"/>
          <a:stretch>
            <a:fillRect/>
          </a:stretch>
        </p:blipFill>
        <p:spPr>
          <a:xfrm>
            <a:off x="0" y="561790"/>
            <a:ext cx="12345160" cy="595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01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8720C-3173-A6F4-8280-E8234E9C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DEEECDF-8897-870D-2B91-9B1B544AF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98"/>
          <a:stretch>
            <a:fillRect/>
          </a:stretch>
        </p:blipFill>
        <p:spPr>
          <a:xfrm>
            <a:off x="-152297" y="38507"/>
            <a:ext cx="11310368" cy="681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614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BD33B26-0B74-8444-9E03-15A44DEE4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00" y="1319197"/>
            <a:ext cx="10220400" cy="421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72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F4D90-14EE-E63F-7F45-3F1237EE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1B592-10C4-19C5-FE47-335F63622B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4FA238-1DB9-42DA-4665-753273E6DA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피니시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오와리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컴플리트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종료 시마이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켓테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미션어콤플리시드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졸리다</a:t>
            </a:r>
          </a:p>
        </p:txBody>
      </p:sp>
    </p:spTree>
    <p:extLst>
      <p:ext uri="{BB962C8B-B14F-4D97-AF65-F5344CB8AC3E}">
        <p14:creationId xmlns:p14="http://schemas.microsoft.com/office/powerpoint/2010/main" val="3514089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49</Words>
  <Application>Microsoft Office PowerPoint</Application>
  <PresentationFormat>와이드스크린</PresentationFormat>
  <Paragraphs>9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Pretendard</vt:lpstr>
      <vt:lpstr>Arial</vt:lpstr>
      <vt:lpstr>Pretendard ExtraBold</vt:lpstr>
      <vt:lpstr>맑은 고딕</vt:lpstr>
      <vt:lpstr>Office 테마</vt:lpstr>
      <vt:lpstr>동아시아 삼국 전통가옥 지붕 곡선 비교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태준 황</dc:creator>
  <cp:lastModifiedBy>태준 황</cp:lastModifiedBy>
  <cp:revision>2</cp:revision>
  <dcterms:created xsi:type="dcterms:W3CDTF">2026-07-09T15:59:42Z</dcterms:created>
  <dcterms:modified xsi:type="dcterms:W3CDTF">2026-07-09T16:16:49Z</dcterms:modified>
</cp:coreProperties>
</file>